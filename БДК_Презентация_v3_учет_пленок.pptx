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Учёт плёнки на производстве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внедрения · ООО «БДК»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19050">
            <a:solidFill>
              <a:srgbClr val="4A4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недельного плана цеха до конкретного штрипса на складе — полный цикл, с рекомендациями и без лишней бумаги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Коммерческий отдел · Август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СИТУАЦИЯ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учёта по рулонам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1С — только агрегат: «Аляска, 2000 м²», без деления по рулонам, партиям и ширинам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прослеживаемости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понять, из какой поставки рулон и куда делся остаток при браке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Остатки теряются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31089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Штрипсы неходовых ширин копятся мёртвым грузом, вместо новых рулонов режут ещё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производственных участка запрашивают плёнку по-разному, но фиксируется это только на словах — от начальника цеха до кладовщика.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СТРОИМ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256032" cy="256032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Индивидуальный учёт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6517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рулон и штрипс — отдельная запись с уникальным ID и партией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286000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Планирование и факт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6517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Недельный план цеха → заявка на плёнку → контроль расхода по участкам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43400"/>
            <a:ext cx="256032" cy="256032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бумаги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709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рулона не требует новой бирки на обе части — только на ту, что уходит на хранение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343400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отходов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4709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использовать неходовые штрипсы вместо резки новых рулонов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ПРОЦЕССА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недельного плана до участка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цеха: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неделю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4600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70632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28346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плёнку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(м², без точных ширин)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36592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92624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28346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плёнки: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продольная резка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58584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1461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56" y="28346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участку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(точная ширина/длина)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80576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36608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8048" y="28346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возврат по факту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развилка по участку: окутка царговых и щитовые двери берут рулон целиком (без раскроя, возврат по факту); цельнолистовые режут на месте под точный размер панели.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— не жёсткое правило по участку, а внутренний регламент: когда материал не нужен, его возвращают, вне зависимости от того, кто им пользовался.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единицы измерения — разные уровни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м² — уровень плана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ширина ещё не зафиксирована — целый рулон можно раскроить как угодно. м² дают сопоставимую единицу для вопроса «хватит ли материала на неделю».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Используется: недельный план, заявка на плёнку, общий остаток в карточке материала, план/факт.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Метры погонные — уровень операций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743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речь о конкретном рулоне или штрипсе фиксированной ширины — м² бесполезны. 50 м² при 400 мм не помогут, если нужно 20 м при ширине 1000 мм.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4892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Используется: склад, выдача участку, раскрой, поиск остатка, ABC-анализ ширин.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БЕРЕЖЛИВОЕ ПРОИЗВОДСТВО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этикеток при разделении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Материал, цвет, толщина и производитель не меняются при разрезке рулона — меняются только ширина и длина. Раз эти параметры не печатаются на бирке (см. далее), делить рулон можно без двух новых этикеток.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Рулон №0231847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мм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3154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мм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ID №0231847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0" y="3291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Бирка не меняется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мм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ID + новая бирка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4663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 на штрипсовый стеллаж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отрезанная часть сразу и полностью уходит в производство — бирка не печатается вообще, только запись в журнале движений.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ИНФРАСТРУКТУРА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Склад плёнки: два типа стеллажей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Рулонные стеллажи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Р-1, Р-2, Р-3…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Целые (непочатые) рулоны. Одна полка = один рулон — крупный, штучное хранение.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Адрес: Р-3-07 (стеллаж-полка)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Штрипсовые стеллажи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Ш-1, Ш-2, Ш-3…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штрипсы — независимо от статуса. До ~10 штук на полке, зависит от ширины.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Адрес: Ш-2-04-06 (стеллаж-полка-ячейка)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Стеллаж 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цельнолистовых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Штрипсового типа, физически отдельно — там же, где локальный раскрой панелей.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существует — не требует закупки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— около 10 стеллажей на складе, число будет расти. Каждый новый стеллаж просто получает следующий номер — переразметка не нужна.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БЕРЕЖЛИВОЕ ПРОИЗВОДСТВО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Адресация без софта и этикетка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108960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331720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ECECEA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331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№ 0231847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ПВХ плёнка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50799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 беленый · 0.35 мм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554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Классен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и длина НЕ печатаются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УПД №4421 · паллета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адреса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23774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Рулонный: Р-3-07 (стеллаж-полка). Штрипсовый: Ш-2-04-06 (стеллаж-полка-ячейка). Хранится только в приложении и на табличках полок.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3200400"/>
            <a:ext cx="7498080" cy="960120"/>
          </a:xfrm>
          <a:prstGeom prst="roundRect">
            <a:avLst>
              <a:gd name="adj" fmla="val 9524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337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Ш-2-04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Табличка на полке — крупный шрифт, читается на ходу стеллажа. Направление у пульта: больше → ВВЕРХ, меньше → ВНИЗ.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4389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без размеров на бирке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47548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Ширина/длина меняются при каждом разделении и расходе — печатать их означало бы перепечатывать бирку постоянно. Актуальные значения — всегда по QR в приложении.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ЦЕХА · 1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Приёмка партии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участку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Разделить рулон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35254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3525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Раскрой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491947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9194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548640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4864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остатка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УПД №4421 · паллета 2 из 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Материал: ПВХ плёнка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Цвет: Дуб беленый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35254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3525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/ длина: 1400 / 500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505663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0566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этикетки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21945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по ролям: </a:t>
            </a:r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сотрудник видит только свои действия. Приёмка создаёт запись и сразу печатает бирку — без ручного ввода в 1С.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ЦЕХА · 2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Выдача участку и разделение рулона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участку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Участок: Щитовые двери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Ширина: 850 мм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Длина: 40 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35254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3525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 штрипс — выдать?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505663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566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Разделить рулон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№0231847 · 1400 мм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Отрезать: 400 мм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Останется 1000 мм — тот же 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35254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3525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Штрипс 400 мм — нужна бирка?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505663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66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1 бирки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21945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решений вручную: </a:t>
            </a:r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само подбирает штрипс под запрос или предлагает донор-резку прежде, чем резать новый рулон.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ЦЕХА · 3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Раскрой и возврат остатка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Раскрой (цельнолистовые)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№0231902 · 214 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Отрезать: 2.1 м на панель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Останется 211.9 м — тот же 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35254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3525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Кусок сразу на окутку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505663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566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Списать без бирки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18745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0574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5F5F4"/>
          </a:solidFill>
          <a:ln w="12700">
            <a:solidFill>
              <a:srgbClr val="F5F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51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№0231655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1868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186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длина: 128 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EDE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7856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завершена, не нужен завтра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48970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48970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 на склад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21945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экран возврата </a:t>
            </a:r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всех трёх участков — когда именно возвращать, решает сам участок по своему регламенту.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СНАБЖЕНИЯ И СКЛАДА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Десктоп — дашборд остатков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3931920"/>
          </a:xfrm>
          <a:prstGeom prst="roundRect">
            <a:avLst>
              <a:gd name="adj" fmla="val 232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/ толщина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Ширина×длина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Стеллаж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1078992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0231847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0" y="27889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хранении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 беленый / 0.35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1400×500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Р-3-07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6696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429000"/>
            <a:ext cx="1078992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0231902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11680" y="3566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Выдан участку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 беленый / 0.35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1000×214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Ш-2-04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96696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Цельнолистовые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206240"/>
            <a:ext cx="1078992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43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0231655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43434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Выдан участку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камень / 0.4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1400×128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4343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6696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Щитовые двери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4983480"/>
            <a:ext cx="1078992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120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0230119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11680" y="5120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6B6B68"/>
          </a:solidFill>
          <a:ln w="12700">
            <a:solidFill>
              <a:srgbClr val="6B6B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хранении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 беленый / 0.35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400×500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29600" y="5120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Ш-1-02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966960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Недельный план и план/факт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Заявка на плёнку (неделя)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466344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 беленый · 0.35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м²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466344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камень · 0.4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0" y="3337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м²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466344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Орех тёмный · 0.35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9768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м²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Остатка хватает на все три позиции — сигналов нехватки нет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План/факт — Дуб беленый · 0.35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 м²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32004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 м²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38160" y="32004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0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38360" y="32004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886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конец недели: 380 м² — укладываемся в план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 участкам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Щитовые двери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87552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м²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Цельнолистовые двери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875520" y="5120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м²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5486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Окутка царговых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75520" y="5486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м²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ЭКРАН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Карточка материала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ПВХ плёнка · Дуб беленый · 0.35 мм · Классен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612 м²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остаток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627632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 / 420 м²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20848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/ план недели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1627632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01000" y="20848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Разных ширин в наличии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Остатки по ширинам — и где они сейчас физически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27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227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3227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Местоположение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593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мм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593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935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хранении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593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Р-3-07 (склад)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мм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913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9136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хранении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913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Ш-2-04 (склад)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4233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мм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4233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233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Выдан участку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233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Щитовые двери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" y="45537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мм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4553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5537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хранении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5537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Ш-1-02 (склад)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 движений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486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Раскрой на цельнолистовых, панель 2.1 м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69680" y="54864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 м · сегодня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DEDE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852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Продольная резка 1400 → 1000 (тот же ID) + 400 (новый)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869680" y="5852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дня назад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1996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лента событий — в приложении, без ограничения по длине.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ОТХОДОВ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ABC-анализ ширин и «донор-штрипс»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ширина 212 мм. Точного совпадения нет — но есть штрипс 220 мм, который почти не используется (класс C).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Рекомендация приложения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«Есть штрипс №0198, ширина 220 мм, класс C (используется редко). Рекомендуем отрезать 212 мм, отход — 8 мм.»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подтверждает — или выбирает «резать новый рулон». Выбор фиксируется в журнале для анализа точности рекомендаций.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62686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98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 расходу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09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~80% расхода в метрах — класс А, следующие ~15% — B, редкие ~5% — класс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462686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498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автоматический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809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Пересчитывается ежемесячно из журнала движений, без ручного ввода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462686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498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отхода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4809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Куски уже минимальной полезной ширины (уточняется с производством) сразу считаются браком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и что делает в системе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Начальник цеха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недельный план, следит за план/факт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786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Начальники участков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57860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Суточный запрос ширины/длины, возврат остатка когда не нужен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284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Цельнолистовые двери — дополнительно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32841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раскрой на своём стеллаже 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7822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 склада плёнки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078224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партии, печать этикеток, продольная резка, решения штрипс / донор / новый рулон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2803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Кладовщик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4828032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по стеллажам, приём возвратов, выдача под погонаж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CECEA"/>
          </a:solidFill>
          <a:ln w="12700">
            <a:solidFill>
              <a:srgbClr val="EC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778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Снабженец / закупщик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557784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закупка у поставщика — и только по сигналу нехватки (план/факт). В складских операциях не участвует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ПРОЕКТИРОВАНИЯ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Минимум зависимостей от 1С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путь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кнопка «Закрыть заказ» в приложении. Работает всегда, ни от чего не зависит — на этом пути строится весь MVP.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BF0E3"/>
          </a:solidFill>
          <a:ln w="12700">
            <a:solidFill>
              <a:srgbClr val="FBF0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Опциональное усиление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7889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проведения документа в 1С может нажимать ту же кнопку автоматически — когда обмен будет настроен. Ничего не сломается, если интеграция недоступна.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ВНЕДРЕНИЯ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137160" cy="0"/>
          </a:xfrm>
          <a:prstGeom prst="line">
            <a:avLst/>
          </a:prstGeom>
          <a:noFill/>
          <a:ln w="19050">
            <a:solidFill>
              <a:srgbClr val="B9B9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 склада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стеллажи (рулонные, штрипсовые) и 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377440"/>
            <a:ext cx="457200" cy="457200"/>
          </a:xfrm>
          <a:prstGeom prst="ellipse">
            <a:avLst/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137160" cy="0"/>
          </a:xfrm>
          <a:prstGeom prst="line">
            <a:avLst/>
          </a:prstGeom>
          <a:noFill/>
          <a:ln w="19050">
            <a:solidFill>
              <a:srgbClr val="B9B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приёмки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печать этикеток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377440"/>
            <a:ext cx="457200" cy="457200"/>
          </a:xfrm>
          <a:prstGeom prst="ellipse">
            <a:avLst/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4960" y="2606040"/>
            <a:ext cx="137160" cy="0"/>
          </a:xfrm>
          <a:prstGeom prst="line">
            <a:avLst/>
          </a:prstGeom>
          <a:noFill/>
          <a:ln w="19050">
            <a:solidFill>
              <a:srgbClr val="B9B9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+ разделение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Продольная резка, меньше бирок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2377440"/>
            <a:ext cx="457200" cy="457200"/>
          </a:xfrm>
          <a:prstGeom prst="ellipse">
            <a:avLst/>
          </a:prstGeom>
          <a:solidFill>
            <a:srgbClr val="2C2E3A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89520" y="2606040"/>
            <a:ext cx="137160" cy="0"/>
          </a:xfrm>
          <a:prstGeom prst="line">
            <a:avLst/>
          </a:prstGeom>
          <a:noFill/>
          <a:ln w="19050">
            <a:solidFill>
              <a:srgbClr val="B9B9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участки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Раскрой на цельнолистовых, возврат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2377440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2971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План/факт + ABC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3429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Недельный план, донор-штрипс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РУКОВОДСТВА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для старта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6654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Утвердить план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94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данных, инфраструктура и roadmap из этого документа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товарную группу для пилота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5526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цвет/материал — на нём обкатываются сканирование и разметка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502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оборудования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6110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Принтеры этикеток есть; при необходимости — планшеты для работы/телефоны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8406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5604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производства — два значения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26694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полезная ширина остатка и потребность в месте у окутки/щитовых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плёнки на производстве · БДК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приступить к разметке склада и MVP сразу после утверждения плана.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2026-08-07T07:06:19Z</dcterms:created>
  <dcterms:modified xsi:type="dcterms:W3CDTF">2026-08-07T07:06:19Z</dcterms:modified>
</cp:coreProperties>
</file>